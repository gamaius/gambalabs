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788920"/>
            <a:ext cx="1783080" cy="4572000"/>
          </a:xfrm>
          <a:prstGeom prst="roundRect">
            <a:avLst>
              <a:gd name="adj" fmla="val 49744"/>
            </a:avLst>
          </a:prstGeom>
          <a:solidFill>
            <a:srgbClr val="EAEAEA">
              <a:alpha val="12000"/>
            </a:srgbClr>
          </a:solidFill>
          <a:ln/>
        </p:spPr>
      </p:sp>
      <p:pic>
        <p:nvPicPr>
          <p:cNvPr id="3" name="Image 0" descr="C:\Users\rkfka\Desktop\test\gambalabs-office-automation\ppt-skill\assets\logo\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457200"/>
            <a:ext cx="233172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온디바이스 AI 음성인식으로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더 안전하고 편리한 세상을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41248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WordSense · 초소형 KWS 음성인식 엔진 &amp; 스마트 솔루션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41248" y="5486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감바랩스 주식회사 (Gamba Labs Co., Ltd.)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4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Proprietary Technology, Ultimate Result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kfka\Desktop\test\gambalabs-office-automation\ppt-skill\assets\backgrounds\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C:\Users\rkfka\Desktop\test\gambalabs-office-automation\ppt-skill\assets\logo\ic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1007303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WordSense 핵심 성능 &amp; 이식성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제약 조건에서도 뛰어난 인식률과 구동성을 보장합니다.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31520" y="1920240"/>
            <a:ext cx="2442134" cy="4206240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A96A8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787995" y="2377440"/>
            <a:ext cx="329184" cy="329184"/>
          </a:xfrm>
          <a:prstGeom prst="ellipse">
            <a:avLst/>
          </a:prstGeom>
          <a:solidFill>
            <a:srgbClr val="1970AE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2971800"/>
            <a:ext cx="24421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90%+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868680" y="4251960"/>
            <a:ext cx="21678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SNR −20dB 극한 소음 환경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인식률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493694" y="1920240"/>
            <a:ext cx="2442134" cy="4206240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A96A8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50169" y="2377440"/>
            <a:ext cx="329184" cy="329184"/>
          </a:xfrm>
          <a:prstGeom prst="ellipse">
            <a:avLst/>
          </a:prstGeom>
          <a:solidFill>
            <a:srgbClr val="1970AE"/>
          </a:solidFill>
          <a:ln/>
        </p:spPr>
      </p:sp>
      <p:sp>
        <p:nvSpPr>
          <p:cNvPr id="12" name="Text 8"/>
          <p:cNvSpPr/>
          <p:nvPr/>
        </p:nvSpPr>
        <p:spPr>
          <a:xfrm>
            <a:off x="3493694" y="2971800"/>
            <a:ext cx="24421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수백KB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3630854" y="4251960"/>
            <a:ext cx="21678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초경량 모델 크기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초소형 MCU 직접 탑재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255868" y="1920240"/>
            <a:ext cx="2442134" cy="4206240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A96A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2342" y="2377440"/>
            <a:ext cx="329184" cy="329184"/>
          </a:xfrm>
          <a:prstGeom prst="ellipse">
            <a:avLst/>
          </a:prstGeom>
          <a:solidFill>
            <a:srgbClr val="1970AE"/>
          </a:solidFill>
          <a:ln/>
        </p:spPr>
      </p:sp>
      <p:sp>
        <p:nvSpPr>
          <p:cNvPr id="16" name="Text 12"/>
          <p:cNvSpPr/>
          <p:nvPr/>
        </p:nvSpPr>
        <p:spPr>
          <a:xfrm>
            <a:off x="6255868" y="2971800"/>
            <a:ext cx="24421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0건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6393028" y="4251960"/>
            <a:ext cx="21678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100시간 연속 테스트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오인식(False Accept) 0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9018041" y="1920240"/>
            <a:ext cx="2442134" cy="4206240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A96A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074516" y="2377440"/>
            <a:ext cx="329184" cy="329184"/>
          </a:xfrm>
          <a:prstGeom prst="ellipse">
            <a:avLst/>
          </a:prstGeom>
          <a:solidFill>
            <a:srgbClr val="1970AE"/>
          </a:solidFill>
          <a:ln/>
        </p:spPr>
      </p:sp>
      <p:sp>
        <p:nvSpPr>
          <p:cNvPr id="20" name="Text 16"/>
          <p:cNvSpPr/>
          <p:nvPr/>
        </p:nvSpPr>
        <p:spPr>
          <a:xfrm>
            <a:off x="9018041" y="2971800"/>
            <a:ext cx="24421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3979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0ms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9155201" y="4251960"/>
            <a:ext cx="21678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Zero Latency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연결 불필요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2026-07-30T02:45:19Z</dcterms:created>
  <dcterms:modified xsi:type="dcterms:W3CDTF">2026-07-30T02:45:19Z</dcterms:modified>
</cp:coreProperties>
</file>