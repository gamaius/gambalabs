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7880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 err="1"/>
              <a:t>감바랩스</a:t>
            </a:r>
            <a:r>
              <a:rPr dirty="0"/>
              <a:t> </a:t>
            </a:r>
            <a:r>
              <a:rPr lang="en-US" dirty="0"/>
              <a:t>Sound Recognition</a:t>
            </a:r>
            <a:r>
              <a:rPr dirty="0"/>
              <a:t> </a:t>
            </a:r>
            <a:r>
              <a:rPr dirty="0" err="1"/>
              <a:t>소개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부제: 온디바이스 음성인식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핵심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SNR -20dB에서 90%+ </a:t>
            </a:r>
            <a:r>
              <a:rPr dirty="0" err="1"/>
              <a:t>인식률</a:t>
            </a:r>
            <a:r>
              <a:rPr dirty="0"/>
              <a:t> </a:t>
            </a:r>
            <a:r>
              <a:rPr dirty="0" err="1"/>
              <a:t>강조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 err="1"/>
              <a:t>수백KB</a:t>
            </a:r>
            <a:r>
              <a:rPr dirty="0"/>
              <a:t> </a:t>
            </a:r>
            <a:r>
              <a:rPr dirty="0" err="1"/>
              <a:t>초경량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40062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 err="1"/>
              <a:t>배경에</a:t>
            </a:r>
            <a:r>
              <a:rPr dirty="0"/>
              <a:t> </a:t>
            </a:r>
            <a:r>
              <a:rPr lang="ko-KR" altLang="en-US" dirty="0"/>
              <a:t>음성 파형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투명하게</a:t>
            </a:r>
            <a:endParaRPr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F0EC11-1128-2B62-4DD6-ED3AA047EF55}"/>
              </a:ext>
            </a:extLst>
          </p:cNvPr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 영역에 우</a:t>
            </a:r>
            <a:r>
              <a:rPr lang="en-US" altLang="ko-KR" dirty="0"/>
              <a:t>-&gt;</a:t>
            </a:r>
            <a:r>
              <a:rPr lang="ko-KR" altLang="en-US" dirty="0"/>
              <a:t>좌 로 </a:t>
            </a:r>
            <a:r>
              <a:rPr lang="ko-KR" altLang="en-US" dirty="0" err="1"/>
              <a:t>그라데이션</a:t>
            </a:r>
            <a:r>
              <a:rPr lang="ko-KR" altLang="en-US" dirty="0"/>
              <a:t> 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9225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ko-KR" altLang="en-US" dirty="0" err="1"/>
              <a:t>감바랩스</a:t>
            </a:r>
            <a:r>
              <a:rPr lang="ko-KR" altLang="en-US" dirty="0"/>
              <a:t> 최신 근황 뉴스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627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ko-KR" altLang="en-US" dirty="0"/>
              <a:t> </a:t>
            </a:r>
            <a:r>
              <a:rPr lang="ko-KR" altLang="en-US" dirty="0" err="1"/>
              <a:t>엑스랩과</a:t>
            </a:r>
            <a:r>
              <a:rPr lang="ko-KR" altLang="en-US" dirty="0"/>
              <a:t> 협업해 개발된 </a:t>
            </a:r>
            <a:r>
              <a:rPr lang="ko-KR" altLang="en-US" dirty="0" err="1"/>
              <a:t>에코라이트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648767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ko-KR" altLang="en-US" dirty="0"/>
              <a:t>클라우드 없이 실시간 음성 처리와 높은 인식 정확도</a:t>
            </a:r>
            <a:br>
              <a:rPr lang="en-US" altLang="ko-KR" dirty="0"/>
            </a:br>
            <a:r>
              <a:rPr lang="ko-KR" altLang="en-US" dirty="0"/>
              <a:t>일상 편의와 안전 기능까지 확장 가능한 스마트 디바이스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아래 사진 추가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89F153-0920-629D-7710-1A154CCE4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841" y="3267313"/>
            <a:ext cx="4208318" cy="291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2942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ko-KR" altLang="en-US" dirty="0" err="1"/>
              <a:t>감바랩스</a:t>
            </a:r>
            <a:r>
              <a:rPr lang="ko-KR" altLang="en-US" dirty="0"/>
              <a:t> 수익현황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5664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ko-KR" altLang="en-US" dirty="0"/>
              <a:t>현재 국내 </a:t>
            </a:r>
            <a:r>
              <a:rPr lang="ko-KR" altLang="en-US" dirty="0" err="1"/>
              <a:t>온디바이스</a:t>
            </a:r>
            <a:r>
              <a:rPr lang="ko-KR" altLang="en-US" dirty="0"/>
              <a:t> 시장 점유율 약 </a:t>
            </a:r>
            <a:r>
              <a:rPr lang="en-US" altLang="ko-KR" dirty="0"/>
              <a:t>46% -&gt; </a:t>
            </a:r>
            <a:r>
              <a:rPr lang="ko-KR" altLang="en-US" dirty="0"/>
              <a:t>이거 원형차트로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42062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ko-KR" altLang="en-US" dirty="0"/>
              <a:t>작년 대비 수익 </a:t>
            </a:r>
            <a:r>
              <a:rPr lang="en-US" altLang="ko-KR" dirty="0"/>
              <a:t>30% </a:t>
            </a:r>
            <a:r>
              <a:rPr lang="ko-KR" altLang="en-US" dirty="0"/>
              <a:t>상승 </a:t>
            </a:r>
            <a:r>
              <a:rPr lang="en-US" altLang="ko-KR" dirty="0"/>
              <a:t>-&gt; </a:t>
            </a:r>
            <a:r>
              <a:rPr lang="ko-KR" altLang="en-US" dirty="0"/>
              <a:t>이거 막대 그래프 </a:t>
            </a:r>
            <a:r>
              <a:rPr lang="en-US" altLang="ko-KR" dirty="0"/>
              <a:t>+ </a:t>
            </a:r>
            <a:r>
              <a:rPr lang="ko-KR" altLang="en-US" dirty="0"/>
              <a:t>추세선으로 표시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차트는 </a:t>
            </a:r>
            <a:r>
              <a:rPr lang="en-US" altLang="ko-KR" dirty="0"/>
              <a:t>2023~2026)</a:t>
            </a:r>
            <a:r>
              <a:rPr lang="ko-KR" altLang="en-US" dirty="0"/>
              <a:t>의 데이터를 포함</a:t>
            </a:r>
            <a:r>
              <a:rPr lang="en-US" altLang="ko-KR" dirty="0"/>
              <a:t>. </a:t>
            </a:r>
            <a:r>
              <a:rPr lang="ko-KR" altLang="en-US" dirty="0"/>
              <a:t>실제 수치는 임의로 만들고 </a:t>
            </a:r>
            <a:br>
              <a:rPr lang="en-US" altLang="ko-KR" dirty="0"/>
            </a:br>
            <a:r>
              <a:rPr lang="ko-KR" altLang="en-US" dirty="0"/>
              <a:t>계속해서 우상향으로 상승하고 있도록 함</a:t>
            </a:r>
            <a:r>
              <a:rPr lang="en-US" altLang="ko-KR" dirty="0"/>
              <a:t>.)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0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113</Words>
  <Application>Microsoft Office PowerPoint</Application>
  <PresentationFormat>화면 슬라이드 쇼(4:3)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가람 지우</cp:lastModifiedBy>
  <cp:revision>5</cp:revision>
  <dcterms:created xsi:type="dcterms:W3CDTF">2013-01-27T09:14:16Z</dcterms:created>
  <dcterms:modified xsi:type="dcterms:W3CDTF">2026-07-31T04:18:52Z</dcterms:modified>
  <cp:category/>
</cp:coreProperties>
</file>