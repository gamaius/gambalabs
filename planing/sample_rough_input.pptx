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감바랩스 WordSense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부제: 온디바이스 음성인식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핵심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SNR -20dB에서 90%+ 인식률 강조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수백KB 초경량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배경에 AI 음성인식 이미지 투명하게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배포 방식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온디바이스 vs 클라우드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원형차트로 분류 표시, 온디바이스 강조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